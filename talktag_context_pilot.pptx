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TalkTag R&amp;D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context-window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RQ: Does showing the previous utterance improve labeling?</a:t>
            </a:r>
          </a:p>
          <a:p>
            <a:pPr lvl="1"/>
            <a:r>
              <a:t>Method:</a:t>
            </a:r>
          </a:p>
          <a:p>
            <a:pPr lvl="2"/>
            <a:r>
              <a:t>• 10 ENNI files with prev_same_speaker inputs</a:t>
            </a:r>
          </a:p>
          <a:p>
            <a:pPr lvl="2"/>
            <a:r>
              <a:t>• Compare to utterance-only baseline via structural alignment</a:t>
            </a:r>
          </a:p>
          <a:p>
            <a:pPr lvl="1"/>
            <a:r>
              <a:t>Results:</a:t>
            </a:r>
          </a:p>
          <a:p>
            <a:pPr lvl="2"/>
            <a:r>
              <a:t>• 219/232 rows unchanged</a:t>
            </a:r>
          </a:p>
          <a:p>
            <a:pPr lvl="2"/>
            <a:r>
              <a:t>• 13 changed: 5 context wins, 4 regressions, 2 misses, 1 hallucination, 1 incorrect label</a:t>
            </a:r>
          </a:p>
          <a:p>
            <a:pPr lvl="2"/>
            <a:r>
              <a:t>• 3 cases remain ambiguous without extra reference context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