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nFi/K2NjBApzoD/V2OGFHw4j+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3022A5-2F03-43B1-9A1E-EC3D3DE62A3C}">
  <a:tblStyle styleId="{DF3022A5-2F03-43B1-9A1E-EC3D3DE62A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customschemas.google.com/relationships/presentationmetadata" Target="metadata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Full Curriculum Comparison: nonword_only vs preserve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94360" y="10058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9"/>
                </a:solidFill>
                <a:latin typeface="Calibri"/>
                <a:ea typeface="Calibri"/>
                <a:cs typeface="Calibri"/>
                <a:sym typeface="Calibri"/>
              </a:rPr>
              <a:t>Plain-language summary of methods, results, and practical implications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920240"/>
            <a:ext cx="106986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Scope: full curriculum runs with same seed (3407) and same split membership.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Comparison focus: real-data performance + synthetic coverage diagnostics.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548640" y="320040"/>
            <a:ext cx="1115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822960" y="1417320"/>
            <a:ext cx="10698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Task: add CHAT morphosyntactic error labels to utterances; </a:t>
            </a:r>
            <a:endParaRPr sz="2400">
              <a:solidFill>
                <a:srgbClr val="2434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Why multiple splits: each split answers a different question.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eval_real/test_real = real TalkBank-like performance (closest to final use).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eval_coverage/test_coverage = synthetic label coverage (checks rare tags under balanced support).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This avoids over-trusting one metric from one data type.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What Changed Between The Two Runs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822960" y="1417320"/>
            <a:ext cx="106986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Everything else is matched: same seed, same rows per split, same curriculum stages.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Only difference is reconstruction handling in targets during training/evaluation packaging.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nonword_only: reconstruction markers only for nonword corrections [: target]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preserve: preserve CHAT reconstruction markers more broadly </a:t>
            </a: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[:+ target]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Why compare: test whether broader reconstruction supervision helps labeling quality.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/>
        </p:nvSpPr>
        <p:spPr>
          <a:xfrm>
            <a:off x="548640" y="320040"/>
            <a:ext cx="1115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594360" y="10058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9"/>
                </a:solidFill>
                <a:latin typeface="Calibri"/>
                <a:ea typeface="Calibri"/>
                <a:cs typeface="Calibri"/>
                <a:sym typeface="Calibri"/>
              </a:rPr>
              <a:t>micro-F1 and exact-match across the four requested splits</a:t>
            </a:r>
            <a:endParaRPr/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640080" y="1645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{DF3022A5-2F03-43B1-9A1E-EC3D3DE62A3C}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Split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nonword_only 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preserve 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Delta (preserve - nonword)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nonword exact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preserve exact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eval_real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0.851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7D32"/>
                          </a:solidFill>
                        </a:rPr>
                        <a:t>+0.026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0.926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test_real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0.747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0.722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71C1C"/>
                          </a:solidFill>
                        </a:rPr>
                        <a:t>-0.026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0.898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eval_coverage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43447"/>
                          </a:solidFill>
                        </a:rPr>
                        <a:t>+0.000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0.832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0.781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test_coverage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0.889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0.907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7D32"/>
                          </a:solidFill>
                        </a:rPr>
                        <a:t>+0.017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0.822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0.773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6" name="Google Shape;106;p4"/>
          <p:cNvSpPr txBox="1"/>
          <p:nvPr/>
        </p:nvSpPr>
        <p:spPr>
          <a:xfrm>
            <a:off x="685800" y="539496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Readout: preserve helps on coverage splits; nonword_only is stronger on test_real (the primary final-use split).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/>
        </p:nvSpPr>
        <p:spPr>
          <a:xfrm>
            <a:off x="548640" y="320040"/>
            <a:ext cx="1115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Mixed Test Set Score (test_real + test_coverage)</a:t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594360" y="98755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70C9"/>
                </a:solidFill>
                <a:latin typeface="Calibri"/>
                <a:ea typeface="Calibri"/>
                <a:cs typeface="Calibri"/>
                <a:sym typeface="Calibri"/>
              </a:rPr>
              <a:t>Secondary metric for supervisor reporting; mixes real + synthetic test rows.</a:t>
            </a:r>
            <a:endParaRPr/>
          </a:p>
        </p:txBody>
      </p:sp>
      <p:graphicFrame>
        <p:nvGraphicFramePr>
          <p:cNvPr id="113" name="Google Shape;113;p8"/>
          <p:cNvGraphicFramePr/>
          <p:nvPr/>
        </p:nvGraphicFramePr>
        <p:xfrm>
          <a:off x="822960" y="1691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{DF3022A5-2F03-43B1-9A1E-EC3D3DE62A3C}</a:tableStyleId>
              </a:tblPr>
              <a:tblGrid>
                <a:gridCol w="2139700"/>
                <a:gridCol w="2139700"/>
                <a:gridCol w="2139700"/>
                <a:gridCol w="2139700"/>
                <a:gridCol w="21397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Mode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Exact Match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Micro-F1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/>
                        <a:t>Notes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nonword_only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1057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0.8817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0.8605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pooled test_real + test_coverage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preserve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1057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0.8543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0.8682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pooled test_real + test_coverage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4" name="Google Shape;114;p8"/>
          <p:cNvSpPr txBox="1"/>
          <p:nvPr/>
        </p:nvSpPr>
        <p:spPr>
          <a:xfrm>
            <a:off x="822960" y="3886200"/>
            <a:ext cx="1078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Pooled micro-F1 delta (preserve - nonword_only): +0.0077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Interpretation: on this mixed test definition, preserve is slightly higher.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548640" y="320040"/>
            <a:ext cx="11155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111F4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822960" y="1554480"/>
            <a:ext cx="106984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preserve learns seen-label synthetic coverage slightly better.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nonword_only generalizes better to real test data in this run (higher test_real micro-F1).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So broader reconstruction supervision is not a free win: it can help one objective and hurt another.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3447"/>
                </a:solidFill>
                <a:latin typeface="Calibri"/>
                <a:ea typeface="Calibri"/>
                <a:cs typeface="Calibri"/>
                <a:sym typeface="Calibri"/>
              </a:rPr>
              <a:t>For deployment-oriented claims, prioritize real test split behavior over synthetic coverage gains.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F4D"/>
                </a:solidFill>
              </a:rPr>
              <a:t>Next Step: External Validation on New TalkBank Subsets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0070C9"/>
                </a:solidFill>
              </a:rPr>
              <a:t>This would strengthen the project from a controlled benchmark to a credible transfer-and-utility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243447"/>
                </a:solidFill>
              </a:defRPr>
            </a:pPr>
            <a:r>
              <a:t>Evaluate the frozen model on two small unseen subsets drawn from other TalkBank corpora.</a:t>
            </a:r>
          </a:p>
          <a:p>
            <a:pPr>
              <a:spcAft>
                <a:spcPts val="800"/>
              </a:spcAft>
              <a:defRPr sz="2300">
                <a:solidFill>
                  <a:srgbClr val="243447"/>
                </a:solidFill>
              </a:defRPr>
            </a:pPr>
            <a:r>
              <a:t>Choose one subset that is relatively close to the current data and one that is more challenging, to show both robustness and limits.</a:t>
            </a:r>
          </a:p>
          <a:p>
            <a:pPr>
              <a:spcAft>
                <a:spcPts val="800"/>
              </a:spcAft>
              <a:defRPr sz="2300">
                <a:solidFill>
                  <a:srgbClr val="243447"/>
                </a:solidFill>
              </a:defRPr>
            </a:pPr>
            <a:r>
              <a:t>For each subset, create a compact manual gold sample and report exact-tag accuracy, micro-F1, and a short error analysis.</a:t>
            </a:r>
          </a:p>
          <a:p>
            <a:pPr>
              <a:spcAft>
                <a:spcPts val="800"/>
              </a:spcAft>
              <a:defRPr sz="2300">
                <a:solidFill>
                  <a:srgbClr val="243447"/>
                </a:solidFill>
              </a:defRPr>
            </a:pPr>
            <a:r>
              <a:t>Add a practical annotation check: how often are model suggestions accepted, edited, or rejected by a human annotator?</a:t>
            </a:r>
          </a:p>
          <a:p>
            <a:pPr>
              <a:spcAft>
                <a:spcPts val="800"/>
              </a:spcAft>
              <a:defRPr sz="2300">
                <a:solidFill>
                  <a:srgbClr val="243447"/>
                </a:solidFill>
              </a:defRPr>
            </a:pPr>
            <a:r>
              <a:t>Why this matters: it demonstrates transfer beyond the frozen experiment package and gives evidence for real annotation usefulness.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/>
            </a:pPr>
            <a:r>
              <a:t>Update: Curriculum vs No-Curr (Adjudicated)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Comparable setup: same nonword-only prompt/package and seed (3407); only curriculum toggle differs.</a:t>
            </a:r>
          </a:p>
          <a:p>
            <a:pPr>
              <a:defRPr sz="1800"/>
            </a:pPr>
            <a:r>
              <a:t>Automatic test_real: direct micro-F1 0.765 vs curriculum 0.747; exact 0.934 vs 0.914.</a:t>
            </a:r>
          </a:p>
          <a:p>
            <a:pPr>
              <a:defRPr sz="1800"/>
            </a:pPr>
            <a:r>
              <a:t>Blinded adjudication set: 43 disagreement utterances, 99 candidate annotations.</a:t>
            </a:r>
          </a:p>
          <a:p>
            <a:pPr>
              <a:defRPr sz="1800"/>
            </a:pPr>
            <a:r>
              <a:t>Direct clear accuracy: 31/38 = 81.6%.</a:t>
            </a:r>
          </a:p>
          <a:p>
            <a:pPr>
              <a:defRPr sz="1800"/>
            </a:pPr>
            <a:r>
              <a:t>Curriculum clear accuracy: 21/36 = 58.3%.</a:t>
            </a:r>
          </a:p>
          <a:p>
            <a:pPr>
              <a:defRPr sz="1800"/>
            </a:pPr>
            <a:r>
              <a:t>Paired outcomes: direct wins 14, curriculum wins 4, both correct 16.</a:t>
            </a:r>
          </a:p>
          <a:p>
            <a:pPr>
              <a:defRPr sz="1800"/>
            </a:pPr>
            <a:r>
              <a:t>Conclusion: after adjudication, no evidence that curriculum improves overall annotation for this seed.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Exploratory Update: Compositional Prompt +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Matched comparison: recon_full_comp_preserve_seed3407 vs recon_full_curr_preserve_seed3407.</a:t>
            </a:r>
          </a:p>
          <a:p>
            <a:pPr>
              <a:defRPr sz="1800"/>
            </a:pPr>
            <a:r>
              <a:t>Real test improves substantially: micro-F1 0.722 -&gt; 0.811; exact 0.898 -&gt; 0.923.</a:t>
            </a:r>
          </a:p>
          <a:p>
            <a:pPr>
              <a:defRPr sz="1800"/>
            </a:pPr>
            <a:r>
              <a:t>Main reason: much higher precision on test_real (0.729 -&gt; 0.890) with similar recall (0.714 -&gt; 0.745).</a:t>
            </a:r>
          </a:p>
          <a:p>
            <a:pPr>
              <a:defRPr sz="1800"/>
            </a:pPr>
            <a:r>
              <a:t>False positives drop sharply on clean test utterances: 17 -&gt; 4; false negatives stay at 14.</a:t>
            </a:r>
          </a:p>
          <a:p>
            <a:pPr>
              <a:defRPr sz="1800"/>
            </a:pPr>
            <a:r>
              <a:t>Coverage also improves: test_coverage micro-F1 0.907 -&gt; 0.928.</a:t>
            </a:r>
          </a:p>
          <a:p>
            <a:pPr>
              <a:defRPr sz="1800"/>
            </a:pPr>
            <a:r>
              <a:t>Implication: making the tag structure explicit helps the model apply the seen CHAT inventory more reliably on real data.</a:t>
            </a:r>
          </a:p>
          <a:p>
            <a:pPr>
              <a:defRPr sz="1800"/>
            </a:pPr>
            <a:r>
              <a:t>Caveat: holdout remains effectively unsolved and the compositional run sometimes invents unlicensed tags (e.g. [* m:++:est]).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6072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Current strongest real-data result in the active runs, pending blinded adjudication.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Final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680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Best active model: recon_full_comp_preserve_seed3407.</a:t>
            </a:r>
          </a:p>
          <a:p>
            <a:pPr>
              <a:defRPr sz="1800"/>
            </a:pPr>
            <a:r>
              <a:t>Against recon_full_comp_preserve_curr_seed3407, the non-curr version is clearly stronger on real data.</a:t>
            </a:r>
          </a:p>
          <a:p>
            <a:pPr>
              <a:defRPr sz="1800"/>
            </a:pPr>
            <a:r>
              <a:t>test_real micro-F1: 0.811 vs 0.710; exact: 0.923 vs 0.908.</a:t>
            </a:r>
          </a:p>
          <a:p>
            <a:pPr>
              <a:defRPr sz="1800"/>
            </a:pPr>
            <a:r>
              <a:t>The curr variant is worse in both precision and recall and increases false positives on clean utterances (4 vs 13).</a:t>
            </a:r>
          </a:p>
          <a:p>
            <a:pPr>
              <a:defRPr sz="1800"/>
            </a:pPr>
            <a:r>
              <a:t>Paper scope is now the annotation tool itself: this model is the final system to evaluate thoroughly on real TalkBank data.</a:t>
            </a:r>
          </a:p>
          <a:p>
            <a:pPr>
              <a:defRPr sz="1800"/>
            </a:pPr>
            <a:r>
              <a:t>Holdout generalization remains a secondary diagnostic, not the main reporting focus for the paper.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150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Next step: blinded review + external real-corpus evaluation of the final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Final Model: Adjudicated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7680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Final model: recon_full_comp_preserve_seed3407.</a:t>
            </a:r>
          </a:p>
          <a:p>
            <a:pPr>
              <a:defRPr sz="1800"/>
            </a:pPr>
            <a:r>
              <a:t>Automatic real-test result: 92.3% exact-match, 0.811 micro-F1.</a:t>
            </a:r>
          </a:p>
          <a:p>
            <a:pPr>
              <a:defRPr sz="1800"/>
            </a:pPr>
            <a:r>
              <a:t>Blinded post-hoc review covered all 53 disagreement utterances (106 candidate rows).</a:t>
            </a:r>
          </a:p>
          <a:p>
            <a:pPr>
              <a:defRPr sz="1800"/>
            </a:pPr>
            <a:r>
              <a:t>Strict reading: 36 acceptable disagreements, 11 clearly incorrect -&gt; 97.5% adjudicated acceptable-output rate.</a:t>
            </a:r>
          </a:p>
          <a:p>
            <a:pPr>
              <a:defRPr sz="1800"/>
            </a:pPr>
            <a:r>
              <a:t>Label-first reading: 42 acceptable disagreements -&gt; 98.4% adjudicated acceptable-output rate.</a:t>
            </a:r>
          </a:p>
          <a:p>
            <a:pPr>
              <a:defRPr sz="1800"/>
            </a:pPr>
            <a:r>
              <a:t>Interpretation: exact-match is conservative for the final model; most mismatches are acceptable labelings or partial secondary-label differences.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71500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Paper focus: present the annotation tool and evaluate the final model thoroughly on real TalkBank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